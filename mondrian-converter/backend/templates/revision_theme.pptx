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DC603-B6AA-20E6-A13F-65FBFEAE5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CFBBB-0021-59EC-22A0-8D5891012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00D0E-0407-420A-5C2D-3320D4C7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D38C0-38D8-2CCF-BC6E-7E50C763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34387-3739-48D3-7B47-E87F8E3F7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84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B611-DF4C-9374-40B2-73ED98144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10C2C-9D30-FB4E-88F2-2D0927CC7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79BB-2226-9948-A213-DEA862B9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1DAE-CBC2-90EE-A926-9F846C0D6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3F383-D51C-6792-21A9-912BFB08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981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80F1-7A0E-56E1-2DE7-E70499EC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C23E2-E92F-43AC-C3E3-96E571F5F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157C-C404-6411-23A1-C348CDC5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59529-6F99-010F-A72C-6D134D2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42A48-E11B-9E79-3CEA-772572E2B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2723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42E06-D66F-1E4D-4F3D-41885B24F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42938-9BAF-1A19-58A7-E6B41CBD4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11DFD4-0058-D7BF-E8F1-F2182B4AD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4878C-5FED-AEF3-9AC4-CFDB8648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5E026-F972-B981-C346-EBDF51C7F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EE690-8182-90BD-8A7F-DE9DC792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91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557B-768E-735F-4504-1109399BE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72BD3-480E-7E31-0B0D-A5EC75A1C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D2091-1B64-6E8D-1374-D5FD76385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0ED15-D5E7-07C9-D859-25744B1D4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934D5-70DA-FF19-8132-FFB0C9C9D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CAE00-D8DD-BEEC-486E-AE411A1B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D85B1-1A46-5036-58CA-2120F3636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6D530-C2ED-96CE-1B61-F97D673A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474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B72C-6139-0B0E-B1AF-9C07C1DC2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8261D-30E7-4D4D-36BD-0DFB84027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FBBC4-0D3B-D0D0-A7F8-08DE8410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2A397-D728-96F9-C0D5-846F73DF5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604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C6A50-90A6-DF5B-06B1-BFFF01959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652D55-4E21-8760-4645-A9A2357E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678A7-A3E0-FEFF-211B-67E1DD2A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69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91D0-3872-777D-09E3-17A86C83F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A0A8B-56B4-4B52-DA36-614A3A3CA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4E0D2-7280-A44A-7C50-0C5F5D1C8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17D326-0007-E8F4-FAA3-8D68C33C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4E757-E6EC-33CB-3BD8-015EB6650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C8919-E1E7-822A-6912-978D949F8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8878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8ED26-166B-CDEA-5D1B-25CB5DC72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4421C6-AE09-6DA0-8391-37737E3AF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A22C5-5228-0F67-6CA0-E257EE49D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821F6-82DB-CEFE-8C0D-EC1FFE21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87596-1DBD-8003-56AF-7259B9D8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8AB7D-1D1A-59CA-BF29-A6E3FEA5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17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809F5-2C3E-3DF2-75C1-D07C1D6F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D1E18-40E7-2A05-27C1-9EAAA382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492B3-6529-61D7-DF59-5CC61833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CEC50-FFB4-61F0-7705-7990F6C2C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7BA38-6074-0380-EFAB-56E199133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91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FB35B-7CB1-7141-DC8C-295FBB74F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4241F-31D2-000F-D519-FE918C445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A9551-8C51-FD42-7824-7507C8E3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D68DD-9BAD-DC1C-43C6-4A99F59B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402BF-F14B-C355-B675-A8A59D918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408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FA3AB-8A1F-F506-E3ED-7738AA6D0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B065E-38AB-B9EA-8712-94A5E9FB7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58AD1-61F3-9D77-76ED-1F41731D5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0197F-A62C-4899-9203-4ACECC542B6D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5EE92-B89E-3AB3-9222-2C57BBB53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7587-1129-4577-74BE-2B35AEAAF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53F87-19F3-471D-8687-373A4C768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133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C6653-8081-F96C-ECE1-22459C72E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CF226-690A-15FA-3C74-F5491FF983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023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7702-C762-538F-0F55-00D0843C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2F26C-E7D6-7804-17C5-8629B7E0F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871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Minseok Ryu</dc:creator>
  <cp:lastModifiedBy>Minseok Ryu</cp:lastModifiedBy>
  <cp:revision>1</cp:revision>
  <dcterms:created xsi:type="dcterms:W3CDTF">2025-11-01T21:09:09Z</dcterms:created>
  <dcterms:modified xsi:type="dcterms:W3CDTF">2025-11-01T21:11:57Z</dcterms:modified>
</cp:coreProperties>
</file>